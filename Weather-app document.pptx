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41" d="100"/>
          <a:sy n="41" d="100"/>
        </p:scale>
        <p:origin x="2064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6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5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Geometric white clouds on a blue sky">
            <a:extLst>
              <a:ext uri="{FF2B5EF4-FFF2-40B4-BE49-F238E27FC236}">
                <a16:creationId xmlns:a16="http://schemas.microsoft.com/office/drawing/2014/main" id="{1F317CB6-5E9E-8713-4BA0-086BA59DF9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250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4C9F36-FE47-0273-E1A3-5A0E47EA1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711480" cy="1779081"/>
          </a:xfrm>
        </p:spPr>
        <p:txBody>
          <a:bodyPr anchor="t">
            <a:normAutofit fontScale="90000"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Real-Time Weather App</a:t>
            </a:r>
            <a:br>
              <a:rPr lang="en-US" sz="6000" dirty="0">
                <a:solidFill>
                  <a:srgbClr val="FFFFFF"/>
                </a:solidFill>
              </a:rPr>
            </a:br>
            <a:br>
              <a:rPr lang="en-US" sz="6000" dirty="0">
                <a:solidFill>
                  <a:srgbClr val="FFFFFF"/>
                </a:solidFill>
              </a:rPr>
            </a:br>
            <a:r>
              <a:rPr lang="en-NZ" sz="2200" dirty="0">
                <a:solidFill>
                  <a:srgbClr val="FFFFFF"/>
                </a:solidFill>
              </a:rPr>
              <a:t>Responsive Frontend App using HTML, CSS Grid, JavaScript &amp; </a:t>
            </a:r>
            <a:r>
              <a:rPr lang="en-NZ" sz="2200" dirty="0" err="1">
                <a:solidFill>
                  <a:srgbClr val="FFFFFF"/>
                </a:solidFill>
              </a:rPr>
              <a:t>OpenWeatherMap</a:t>
            </a:r>
            <a:r>
              <a:rPr lang="en-NZ" sz="2200" dirty="0">
                <a:solidFill>
                  <a:srgbClr val="FFFFFF"/>
                </a:solidFill>
              </a:rPr>
              <a:t> API</a:t>
            </a:r>
            <a:br>
              <a:rPr lang="en-NZ" sz="6000" dirty="0">
                <a:solidFill>
                  <a:srgbClr val="FFFFFF"/>
                </a:solidFill>
              </a:rPr>
            </a:br>
            <a:endParaRPr lang="en-NZ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88929-E914-281D-DE85-DFBB7A5A7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746307"/>
            <a:ext cx="5040785" cy="1100310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endParaRPr lang="en-NZ" sz="1700" dirty="0">
              <a:solidFill>
                <a:srgbClr val="FFFFFF"/>
              </a:solidFill>
            </a:endParaRPr>
          </a:p>
          <a:p>
            <a:pPr lvl="1" algn="l">
              <a:lnSpc>
                <a:spcPct val="100000"/>
              </a:lnSpc>
            </a:pPr>
            <a:r>
              <a:rPr lang="en-NZ" sz="1700" b="1" dirty="0">
                <a:solidFill>
                  <a:srgbClr val="FFFFFF"/>
                </a:solidFill>
              </a:rPr>
              <a:t>Presented By:</a:t>
            </a:r>
            <a:r>
              <a:rPr lang="en-NZ" sz="1700" dirty="0">
                <a:solidFill>
                  <a:srgbClr val="FFFFFF"/>
                </a:solidFill>
              </a:rPr>
              <a:t> Krishna </a:t>
            </a:r>
            <a:r>
              <a:rPr lang="en-NZ" sz="1700" dirty="0" err="1">
                <a:solidFill>
                  <a:srgbClr val="FFFFFF"/>
                </a:solidFill>
              </a:rPr>
              <a:t>Rajeshbhai</a:t>
            </a:r>
            <a:r>
              <a:rPr lang="en-NZ" sz="1700" dirty="0">
                <a:solidFill>
                  <a:srgbClr val="FFFFFF"/>
                </a:solidFill>
              </a:rPr>
              <a:t> Khokhariya</a:t>
            </a:r>
          </a:p>
          <a:p>
            <a:pPr lvl="1" algn="l">
              <a:lnSpc>
                <a:spcPct val="100000"/>
              </a:lnSpc>
            </a:pPr>
            <a:r>
              <a:rPr lang="en-NZ" sz="1700" b="1" dirty="0">
                <a:solidFill>
                  <a:srgbClr val="FFFFFF"/>
                </a:solidFill>
              </a:rPr>
              <a:t>Domain</a:t>
            </a:r>
            <a:r>
              <a:rPr lang="en-NZ" sz="1700" dirty="0">
                <a:solidFill>
                  <a:srgbClr val="FFFFFF"/>
                </a:solidFill>
              </a:rPr>
              <a:t>: Frontend Development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6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32606-5BA5-7851-536F-330ACF03B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8732520" cy="7895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57705-711C-D951-B7C6-470B3DF4C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696" y="2284140"/>
            <a:ext cx="873252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i="0" dirty="0"/>
              <a:t>The Real-Time Weather App is a fully responsive frontend web application that allows users to search for any city and view: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 dirty="0"/>
              <a:t>Current weather conditions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 dirty="0"/>
              <a:t>5-day forecast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 dirty="0"/>
              <a:t>Location-based weather (auto-detection)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 dirty="0"/>
              <a:t>Temperature unit toggle (°C / °F)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i="0" dirty="0"/>
              <a:t>The app interacts with the </a:t>
            </a:r>
            <a:r>
              <a:rPr lang="en-US" i="0" dirty="0" err="1"/>
              <a:t>OpenWeatherMap</a:t>
            </a:r>
            <a:r>
              <a:rPr lang="en-US" i="0" dirty="0"/>
              <a:t> API and displays clean, dynamic UI updates including icons and background changes based on weather conditions.</a:t>
            </a:r>
          </a:p>
        </p:txBody>
      </p:sp>
    </p:spTree>
    <p:extLst>
      <p:ext uri="{BB962C8B-B14F-4D97-AF65-F5344CB8AC3E}">
        <p14:creationId xmlns:p14="http://schemas.microsoft.com/office/powerpoint/2010/main" val="259717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0D526-0A18-49F9-0A73-2E71DC94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EE50F-FF5A-6C1F-CF85-444159992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Presentation with checklist with solid fill">
            <a:extLst>
              <a:ext uri="{FF2B5EF4-FFF2-40B4-BE49-F238E27FC236}">
                <a16:creationId xmlns:a16="http://schemas.microsoft.com/office/drawing/2014/main" id="{12309D2D-35AD-5526-767E-1846F83C1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991" y="2299390"/>
            <a:ext cx="4072844" cy="40728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09707F8-CF03-7FE6-D32D-AA3B8E5209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</a:rPr>
              <a:t>To build a modern, responsive weather application using HTML, CSS, and JavaScript.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</a:rPr>
              <a:t>Provide real-time weather reports based on user search or location.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</a:rPr>
              <a:t>Display an interactive 5-day forecast with clean visual layout.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</a:rPr>
              <a:t>Ensure mobile-first responsiveness with CSS Grid + Flexbox.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</a:rPr>
              <a:t>Offer temperature unit conversion and dynamic background effects.</a:t>
            </a:r>
          </a:p>
        </p:txBody>
      </p:sp>
    </p:spTree>
    <p:extLst>
      <p:ext uri="{BB962C8B-B14F-4D97-AF65-F5344CB8AC3E}">
        <p14:creationId xmlns:p14="http://schemas.microsoft.com/office/powerpoint/2010/main" val="226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3B14C-6D09-C8B6-714E-32BC0F74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F9A4A-9DDC-B510-DC7A-F1A9757B9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30021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298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E6C4B-7B94-3487-D012-141A12832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578608"/>
            <a:ext cx="6300216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i="0"/>
              <a:t>Users need a simple and reliable way to: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/>
              <a:t>Check real-time weather conditions across any location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/>
              <a:t>View upcoming forecasts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/>
              <a:t>Access weather information in a visually clear, responsive design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i="0"/>
              <a:t>Quickly switch between Celsius and Fahrenheit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i="0"/>
              <a:t>Goal:</a:t>
            </a:r>
            <a:r>
              <a:rPr lang="en-US" i="0"/>
              <a:t> Build a weather app that is accurate, fast, responsive, and user-friendly.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i="0"/>
          </a:p>
        </p:txBody>
      </p:sp>
      <p:pic>
        <p:nvPicPr>
          <p:cNvPr id="5" name="Picture 4" descr="Business man pulling a block from Jenga tower">
            <a:extLst>
              <a:ext uri="{FF2B5EF4-FFF2-40B4-BE49-F238E27FC236}">
                <a16:creationId xmlns:a16="http://schemas.microsoft.com/office/drawing/2014/main" id="{C541A875-8D21-A38A-0500-B6410E9D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1" r="20311" b="1"/>
          <a:stretch>
            <a:fillRect/>
          </a:stretch>
        </p:blipFill>
        <p:spPr>
          <a:xfrm>
            <a:off x="7586236" y="508090"/>
            <a:ext cx="4081805" cy="584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9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5ACF9-4788-BF8A-71EB-576960EB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9B672-0429-3D2B-598A-3E7B3D40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Techniques Used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002C34-CE67-27E7-0E3A-AD1BFFB485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2578608"/>
            <a:ext cx="6281928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HTML5 structured layout (semantic sections)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CSS3 Grid System for page structure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CSS Flexbox for organizing UI components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Media Queries for responsiveness across all screen sizes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Dynamic DOM Manipulation using JavaScript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Fetch API for real-time REST API calls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API Integration (Weather + Forecast)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Conditional Rendering (valid city, invalid city, network error)</a:t>
            </a:r>
          </a:p>
        </p:txBody>
      </p:sp>
      <p:pic>
        <p:nvPicPr>
          <p:cNvPr id="19" name="Graphic 18" descr="Tick">
            <a:extLst>
              <a:ext uri="{FF2B5EF4-FFF2-40B4-BE49-F238E27FC236}">
                <a16:creationId xmlns:a16="http://schemas.microsoft.com/office/drawing/2014/main" id="{565403A6-F444-ED20-C9AC-31E02AA80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84273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3B699-86E7-F53F-A9A8-E7E776DA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1EEF9-4B97-6286-89F5-C3A40279B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Tools Used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Tools">
            <a:extLst>
              <a:ext uri="{FF2B5EF4-FFF2-40B4-BE49-F238E27FC236}">
                <a16:creationId xmlns:a16="http://schemas.microsoft.com/office/drawing/2014/main" id="{CCC89A64-043F-7D91-16F2-AE900C41F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991" y="2299390"/>
            <a:ext cx="4072844" cy="407284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8057F5D-9386-BE85-D6DA-CFE26963A9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VS Code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– Code editor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Chrome DevTools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– Debugging &amp; responsive testing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Git &amp; GitHub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– Version control &amp; deployment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OpenWeatherMap API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– Weather + Forecast data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JavaScript (Vanilla)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– Logic, events, UI updates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CSS Grid + Flexbox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– Responsive design</a:t>
            </a:r>
          </a:p>
        </p:txBody>
      </p:sp>
    </p:spTree>
    <p:extLst>
      <p:ext uri="{BB962C8B-B14F-4D97-AF65-F5344CB8AC3E}">
        <p14:creationId xmlns:p14="http://schemas.microsoft.com/office/powerpoint/2010/main" val="311411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24BD3-5DCF-2B0B-46A6-045DEF36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13B57-5BA2-70D9-ABAD-CFCDFCF4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5102352" cy="16642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Workflow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acklog">
            <a:extLst>
              <a:ext uri="{FF2B5EF4-FFF2-40B4-BE49-F238E27FC236}">
                <a16:creationId xmlns:a16="http://schemas.microsoft.com/office/drawing/2014/main" id="{1984D93A-07E2-CE32-338A-42460469B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9" y="2642616"/>
            <a:ext cx="3511296" cy="351129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EB05296-6489-AD47-B2CE-088BC6976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1349" y="371959"/>
            <a:ext cx="5743326" cy="5973977"/>
          </a:xfrm>
        </p:spPr>
        <p:txBody>
          <a:bodyPr vert="horz" lIns="91440" tIns="45720" rIns="91440" bIns="45720" rtlCol="0">
            <a:normAutofit/>
          </a:bodyPr>
          <a:lstStyle/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UI layout planning (search box, toggle, cards, forecast)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Add loading animation (</a:t>
            </a:r>
            <a:r>
              <a:rPr lang="en-US" sz="1300" i="0" dirty="0" err="1"/>
              <a:t>preloader</a:t>
            </a:r>
            <a:r>
              <a:rPr lang="en-US" sz="1300" i="0" dirty="0"/>
              <a:t>)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Create responsive layout using CSS Grid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Add search bar + toggle button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Build mobile-first structure + media queries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Write JS to fetch:</a:t>
            </a:r>
          </a:p>
          <a:p>
            <a:pPr marL="10287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Current weather</a:t>
            </a:r>
          </a:p>
          <a:p>
            <a:pPr marL="10287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5-day forecast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Implement error handling (404 city, network issues)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Add background gradients based on weather type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Implement Geolocation API for default weather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Extract midday forecast entries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Inject dynamic HTML into UI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Polish layout and test on multiple screen sizes</a:t>
            </a:r>
          </a:p>
          <a:p>
            <a:pPr marL="5715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300" i="0" dirty="0"/>
              <a:t>Push project to GitHub</a:t>
            </a:r>
          </a:p>
        </p:txBody>
      </p:sp>
    </p:spTree>
    <p:extLst>
      <p:ext uri="{BB962C8B-B14F-4D97-AF65-F5344CB8AC3E}">
        <p14:creationId xmlns:p14="http://schemas.microsoft.com/office/powerpoint/2010/main" val="1120936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8ECC5-7CA9-81FC-9411-8910AA3CF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3AC883F-69DD-D349-B469-8CDE2139F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5EA5D-06E6-0303-7D1B-0A4C497F9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4032504" cy="21214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Workflow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0749EA-BE79-9EB1-B769-385489D4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033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5913DE-5FC3-6E84-57B7-19B2096A5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6630" y="612648"/>
            <a:ext cx="659282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eploy">
            <a:extLst>
              <a:ext uri="{FF2B5EF4-FFF2-40B4-BE49-F238E27FC236}">
                <a16:creationId xmlns:a16="http://schemas.microsoft.com/office/drawing/2014/main" id="{54683CB3-5871-5733-B2CC-073E76CF5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324" y="2272284"/>
            <a:ext cx="2834640" cy="283464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68BE983-D5B9-64BC-262D-4ACAD9CCEC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74920" y="1033272"/>
            <a:ext cx="6592824" cy="53126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User opens the application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App requests location → loads current weather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User types a city name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User clicks search button or presses Enter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App displays:</a:t>
            </a:r>
          </a:p>
          <a:p>
            <a:pPr marL="914400" lvl="1" indent="-3429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Temperature</a:t>
            </a:r>
          </a:p>
          <a:p>
            <a:pPr marL="914400" lvl="1" indent="-3429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Weather icon</a:t>
            </a:r>
          </a:p>
          <a:p>
            <a:pPr marL="914400" lvl="1" indent="-3429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Humidity</a:t>
            </a:r>
          </a:p>
          <a:p>
            <a:pPr marL="914400" lvl="1" indent="-3429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Wind speed</a:t>
            </a:r>
          </a:p>
          <a:p>
            <a:pPr marL="914400" lvl="1" indent="-3429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Feels-like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Below that → 5-day forecast appears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User toggles °C ↔ °F → All values instantly update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Background changes depending on weather conditions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If city is invalid → error message shown</a:t>
            </a:r>
          </a:p>
          <a:p>
            <a:pPr marL="4572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On mobile → layout auto-adjusts to stacked format</a:t>
            </a:r>
          </a:p>
        </p:txBody>
      </p:sp>
    </p:spTree>
    <p:extLst>
      <p:ext uri="{BB962C8B-B14F-4D97-AF65-F5344CB8AC3E}">
        <p14:creationId xmlns:p14="http://schemas.microsoft.com/office/powerpoint/2010/main" val="117529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F7119-F50A-F0AA-12FA-9B30F382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3B7A5C-39EE-77A0-28F9-DF513723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3810D-CEDF-91BD-8981-BB5DC0326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410712" cy="53766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9FE28-019C-6571-D132-4C3F32774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6008" y="1042416"/>
            <a:ext cx="7031736" cy="53126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i="0" dirty="0"/>
              <a:t>Frontend Only (No Backend)</a:t>
            </a:r>
            <a:endParaRPr lang="en-US" i="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i="0" dirty="0"/>
              <a:t>HTML for structure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i="0" dirty="0"/>
              <a:t>CSS Grid for responsive layout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i="0" dirty="0"/>
              <a:t>JavaScript for: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API calls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DOM updates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Event listeners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Geolocation handling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i="0" dirty="0"/>
              <a:t>External API:</a:t>
            </a:r>
            <a:br>
              <a:rPr lang="en-US" i="0" dirty="0"/>
            </a:br>
            <a:r>
              <a:rPr lang="en-US" i="0" dirty="0" err="1"/>
              <a:t>OpenWeatherMap</a:t>
            </a:r>
            <a:r>
              <a:rPr lang="en-US" i="0" dirty="0"/>
              <a:t> → JSON Data → Rendered on UI</a:t>
            </a:r>
          </a:p>
        </p:txBody>
      </p:sp>
    </p:spTree>
    <p:extLst>
      <p:ext uri="{BB962C8B-B14F-4D97-AF65-F5344CB8AC3E}">
        <p14:creationId xmlns:p14="http://schemas.microsoft.com/office/powerpoint/2010/main" val="212071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D1A74-7B2D-1891-ACCA-B1C6F0F0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6838A-DB0F-A233-4649-396328CAE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 &amp; Responsiveness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C7D818-F288-7029-3589-092C7712BA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2138766"/>
            <a:ext cx="6263640" cy="42071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Grid layout changes based on screen size:</a:t>
            </a:r>
          </a:p>
          <a:p>
            <a:pPr marL="742950"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Mobile (&lt;600px): stacked layout, forecast in rows</a:t>
            </a:r>
          </a:p>
          <a:p>
            <a:pPr marL="742950"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Tablet (600–992px): two-column weather layout</a:t>
            </a:r>
          </a:p>
          <a:p>
            <a:pPr marL="742950"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Desktop (&gt;992px): full grid, 5-column forecast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Preloader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animation for smooth loading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Dynamic background for weather types</a:t>
            </a:r>
          </a:p>
        </p:txBody>
      </p:sp>
      <p:pic>
        <p:nvPicPr>
          <p:cNvPr id="19" name="Graphic 18" descr="Minimise">
            <a:extLst>
              <a:ext uri="{FF2B5EF4-FFF2-40B4-BE49-F238E27FC236}">
                <a16:creationId xmlns:a16="http://schemas.microsoft.com/office/drawing/2014/main" id="{C1BF950D-6919-A858-1AA1-C896C0B5F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681358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2926C-1D9C-22D9-040D-6733F951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8CAE9-B5E0-D3CB-4730-6DA2E8572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30936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Features Demonstrated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36D49-88FE-98A0-A37B-9F1512FA9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262753"/>
            <a:ext cx="11667744" cy="4083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 dirty="0"/>
              <a:t>✔ Live Weather Updates</a:t>
            </a:r>
            <a:br>
              <a:rPr lang="en-US" i="0" dirty="0"/>
            </a:br>
            <a:r>
              <a:rPr lang="en-US" i="0" dirty="0"/>
              <a:t>✔ Geolocation-based weather</a:t>
            </a:r>
            <a:br>
              <a:rPr lang="en-US" i="0" dirty="0"/>
            </a:br>
            <a:r>
              <a:rPr lang="en-US" i="0" dirty="0"/>
              <a:t>✔ 5-Day Weather Forecast</a:t>
            </a:r>
            <a:br>
              <a:rPr lang="en-US" i="0" dirty="0"/>
            </a:br>
            <a:r>
              <a:rPr lang="en-US" i="0" dirty="0"/>
              <a:t>✔ °C ↔ °F toggle</a:t>
            </a:r>
            <a:br>
              <a:rPr lang="en-US" i="0" dirty="0"/>
            </a:br>
            <a:r>
              <a:rPr lang="en-US" i="0" dirty="0"/>
              <a:t>✔ Error Handling</a:t>
            </a:r>
            <a:br>
              <a:rPr lang="en-US" i="0" dirty="0"/>
            </a:br>
            <a:r>
              <a:rPr lang="en-US" i="0" dirty="0"/>
              <a:t>✔ Fully Responsive UI</a:t>
            </a:r>
            <a:br>
              <a:rPr lang="en-US" i="0" dirty="0"/>
            </a:br>
            <a:r>
              <a:rPr lang="en-US" i="0" dirty="0"/>
              <a:t>✔ Dynamic Weather Backgrounds</a:t>
            </a:r>
            <a:br>
              <a:rPr lang="en-US" i="0" dirty="0"/>
            </a:br>
            <a:r>
              <a:rPr lang="en-US" i="0" dirty="0"/>
              <a:t>✔ Clean &amp; Modern Grid Layout</a:t>
            </a:r>
          </a:p>
        </p:txBody>
      </p:sp>
    </p:spTree>
    <p:extLst>
      <p:ext uri="{BB962C8B-B14F-4D97-AF65-F5344CB8AC3E}">
        <p14:creationId xmlns:p14="http://schemas.microsoft.com/office/powerpoint/2010/main" val="3865881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FE7FD-23AF-1F9C-BD22-AC12E0A9F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309FF-F4C7-AF6E-C0F7-190684FE7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BE9E1F-5E72-C01F-3F31-B23A5EFED6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2578608"/>
            <a:ext cx="6281928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Fully functional, user-friendly weather application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Works on all devices (mobile, tablet, laptop, large screens)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Smooth and fast API integration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Clean UI with dynamic effects</a:t>
            </a:r>
          </a:p>
          <a:p>
            <a:pPr marL="28575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Accurate weather and forecast information</a:t>
            </a:r>
          </a:p>
        </p:txBody>
      </p:sp>
      <p:pic>
        <p:nvPicPr>
          <p:cNvPr id="8" name="Graphic 7" descr="Bar chart">
            <a:extLst>
              <a:ext uri="{FF2B5EF4-FFF2-40B4-BE49-F238E27FC236}">
                <a16:creationId xmlns:a16="http://schemas.microsoft.com/office/drawing/2014/main" id="{AB9D334B-07F7-8614-7168-139EF10A7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86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2F30-591C-D2FC-34BE-60C5EF23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B677C3C3-F4D1-751B-0177-E11BE46DF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706349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7A3D4-9C92-8453-6FC0-E790B73F3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FFC2F-8CFC-B741-4659-9E2C480F9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The Real-Time Weather App successfully demonstrates:</a:t>
            </a:r>
          </a:p>
          <a:p>
            <a:pPr marL="800100"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API integration</a:t>
            </a:r>
          </a:p>
          <a:p>
            <a:pPr marL="800100"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Modern responsive UI design</a:t>
            </a:r>
          </a:p>
          <a:p>
            <a:pPr marL="800100"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JavaScript-based dynamic rendering</a:t>
            </a:r>
          </a:p>
          <a:p>
            <a:pPr marL="800100"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Grid and Flexbox layout techniques</a:t>
            </a:r>
          </a:p>
          <a:p>
            <a:pPr marL="800100"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Smooth user experience across devices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/>
              <a:t>This project showcases core frontend development skills essential for real-world web applications.</a:t>
            </a:r>
          </a:p>
        </p:txBody>
      </p:sp>
      <p:pic>
        <p:nvPicPr>
          <p:cNvPr id="7" name="Graphic 6" descr="Flow">
            <a:extLst>
              <a:ext uri="{FF2B5EF4-FFF2-40B4-BE49-F238E27FC236}">
                <a16:creationId xmlns:a16="http://schemas.microsoft.com/office/drawing/2014/main" id="{BCEE57A4-2402-2341-F406-E0C1D0DB2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09917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686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Bierstadt</vt:lpstr>
      <vt:lpstr>GestaltVTI</vt:lpstr>
      <vt:lpstr>Real-Time Weather App  Responsive Frontend App using HTML, CSS Grid, JavaScript &amp; OpenWeatherMap API </vt:lpstr>
      <vt:lpstr>Introduction</vt:lpstr>
      <vt:lpstr>Objective</vt:lpstr>
      <vt:lpstr>Problem Statement</vt:lpstr>
      <vt:lpstr>Techniques Used</vt:lpstr>
      <vt:lpstr>Tools Used</vt:lpstr>
      <vt:lpstr>Development Workflow</vt:lpstr>
      <vt:lpstr>User Workflow</vt:lpstr>
      <vt:lpstr>Architecture Overview</vt:lpstr>
      <vt:lpstr>UI &amp; Responsiveness</vt:lpstr>
      <vt:lpstr>Key Features Demonstrated</vt:lpstr>
      <vt:lpstr>Results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Khokhariya</dc:creator>
  <cp:lastModifiedBy>Krishna Khokhariya</cp:lastModifiedBy>
  <cp:revision>1</cp:revision>
  <dcterms:created xsi:type="dcterms:W3CDTF">2025-12-10T21:59:19Z</dcterms:created>
  <dcterms:modified xsi:type="dcterms:W3CDTF">2025-12-10T23:13:05Z</dcterms:modified>
</cp:coreProperties>
</file>